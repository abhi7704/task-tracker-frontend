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Renewal Automation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Expiry Tracking &amp; Stakeholder Notifications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Goals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Overview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Workflow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Deep Dive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Impact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Timeline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03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210312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tracked manually across spreadsheets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840480" cy="210312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effort spent on monitoring expiry 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3840480" cy="210312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Delays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chance of missing renewal deadlines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749040"/>
            <a:ext cx="3840480" cy="210312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76072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4526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accountability and real-time visibility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automate the contract renewal tracking process by proactively identifying expiring contracts and notifying relevant stakeholders in a timely manner.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contract tracking efforts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zero missed renewal deadlines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stakeholder visibility and accountability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100% accuracy through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Overview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188720"/>
            <a:ext cx="2011680" cy="19202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contract data from central Excel source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2011680" cy="19202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1920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expiry dates &amp; buyer information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2011680" cy="19202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scheduled checks (10 AM)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3749040"/>
            <a:ext cx="2011680" cy="19202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480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contracts expiring in 1 month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931920" y="3749040"/>
            <a:ext cx="2011680" cy="19202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4480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automated emails to buyers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66560" y="3749040"/>
            <a:ext cx="2011680" cy="19202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480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renewals complete &amp; stop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Workflow Architecture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Trigger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 10 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4846320" y="1719072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261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562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Rows from Excel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contract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46320" y="2340864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883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7802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required fields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46320" y="2962656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5054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98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3009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 structure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4846320" y="3584448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127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21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Each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9227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records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4846320" y="4206240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43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Array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544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expiring contracts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5400000">
            <a:off x="4846320" y="4828032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4370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threshold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919472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9651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HTML Table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166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email content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rot="5400000">
            <a:off x="4846320" y="5449824"/>
            <a:ext cx="365760" cy="2286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49926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541264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5869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&amp; Send Email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57881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stakeholders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56144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delivery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Breakdown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560320" cy="4389120"/>
          </a:xfrm>
          <a:prstGeom prst="rect">
            <a:avLst/>
          </a:prstGeom>
          <a:solidFill>
            <a:srgbClr val="F8FFF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202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Excel workbook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details &amp; expiry 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44805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34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contact information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Logic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1645920"/>
            <a:ext cx="2560320" cy="4389120"/>
          </a:xfrm>
          <a:prstGeom prst="rect">
            <a:avLst/>
          </a:prstGeom>
          <a:solidFill>
            <a:srgbClr val="F8FFF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9202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874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advance notice trigger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2004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154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already-renewed contracts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4805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434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pending renewals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1645920"/>
            <a:ext cx="2560320" cy="4389120"/>
          </a:xfrm>
          <a:prstGeom prst="rect">
            <a:avLst/>
          </a:prstGeom>
          <a:solidFill>
            <a:srgbClr val="F8FFF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9202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874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HTML-formatted emails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2004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154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Buyer-specific details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4805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434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&amp; reliable delivery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 &amp; Impact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201168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Renewals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201168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hours →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201168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Visibility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2560320" cy="201168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3794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→ 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3566160"/>
            <a:ext cx="2560320" cy="201168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06240" y="3794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Accountability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572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notifications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566160"/>
            <a:ext cx="2560320" cy="2011680"/>
          </a:xfrm>
          <a:prstGeom prst="roundRect">
            <a:avLst/>
          </a:prstGeom>
          <a:solidFill>
            <a:srgbClr val="F8FFF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40880" y="3794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Efficiency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572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Timeline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234440"/>
            <a:ext cx="7589520" cy="14630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Configuration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1-2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setup, Power Automate creation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880360"/>
            <a:ext cx="7589520" cy="14630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week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workflow testing, refinements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4526280"/>
            <a:ext cx="7589520" cy="1463040"/>
          </a:xfrm>
          <a:prstGeom prst="roundRect">
            <a:avLst/>
          </a:prstGeom>
          <a:solidFill>
            <a:srgbClr val="F8FFF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Training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4663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week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5074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Go-live, user training, documentation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760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Timeline: 3-4 weeks to full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45720" cy="6126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Questions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3716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Excel data structure and requirements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3716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Power Automate workflow configuration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3716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testing window with stakeholders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3716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user training sessions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3716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success metrics and monitoring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03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discuss your contract renewal automation journey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2026-04-17T06:32:21Z</dcterms:created>
  <dcterms:modified xsi:type="dcterms:W3CDTF">2026-04-17T06:32:21Z</dcterms:modified>
</cp:coreProperties>
</file>